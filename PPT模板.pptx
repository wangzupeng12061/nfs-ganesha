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40" r:id="rId2"/>
    <p:sldId id="520" r:id="rId3"/>
    <p:sldId id="261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5D005FB-1F80-42D3-AAEF-86A4217B13FB}">
          <p14:sldIdLst>
            <p14:sldId id="340"/>
            <p14:sldId id="52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747BA"/>
    <a:srgbClr val="ADADE0"/>
    <a:srgbClr val="8484D1"/>
    <a:srgbClr val="0152D9"/>
    <a:srgbClr val="E51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2E0AE3-C09A-FE4C-B384-56310A1D37A7}" v="32" dt="2020-07-01T12:32:3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88912" autoAdjust="0"/>
  </p:normalViewPr>
  <p:slideViewPr>
    <p:cSldViewPr snapToGrid="0">
      <p:cViewPr varScale="1">
        <p:scale>
          <a:sx n="113" d="100"/>
          <a:sy n="113" d="100"/>
        </p:scale>
        <p:origin x="11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AFB0F-6192-48FE-99AC-AF225DC028A7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B1677A-EDDD-4DA4-9464-453B9AC957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793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endParaRPr lang="e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941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" altLang="zh-CN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912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Thanks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listening!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B1677A-EDDD-4DA4-9464-453B9AC9570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931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583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444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234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54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519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979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30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610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690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4068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554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1CB8A-CC46-473E-BAED-B264D45A45B1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99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2578B9E4-7351-4340-9BAC-4D885C36E6D1}"/>
              </a:ext>
            </a:extLst>
          </p:cNvPr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F279D7-716D-41DC-91D1-CF67A641CB66}"/>
              </a:ext>
            </a:extLst>
          </p:cNvPr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nstantia" panose="02030602050306030303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95050F5-8F30-4A70-A69E-F6B787105A13}"/>
              </a:ext>
            </a:extLst>
          </p:cNvPr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日期占位符 7">
            <a:extLst>
              <a:ext uri="{FF2B5EF4-FFF2-40B4-BE49-F238E27FC236}">
                <a16:creationId xmlns:a16="http://schemas.microsoft.com/office/drawing/2014/main" id="{A0076C24-50E0-45A9-96B9-F8F6ABD87F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February 21, 2025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4AF9F1A-FCAA-4005-A145-35FCDE54E4B4}"/>
              </a:ext>
            </a:extLst>
          </p:cNvPr>
          <p:cNvSpPr/>
          <p:nvPr/>
        </p:nvSpPr>
        <p:spPr>
          <a:xfrm>
            <a:off x="941298" y="1618943"/>
            <a:ext cx="1008410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>
                <a:solidFill>
                  <a:srgbClr val="4747BA"/>
                </a:solidFill>
                <a:latin typeface="Constantia" panose="02030602050306030303" pitchFamily="18" charset="0"/>
                <a:ea typeface="微软雅黑" charset="0"/>
                <a:cs typeface="Calibri" panose="020F0502020204030204" pitchFamily="34" charset="0"/>
              </a:rPr>
              <a:t>AI for Storage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74FDF6D-3C2D-ED4C-83FC-CE66320837F4}"/>
              </a:ext>
            </a:extLst>
          </p:cNvPr>
          <p:cNvSpPr/>
          <p:nvPr/>
        </p:nvSpPr>
        <p:spPr>
          <a:xfrm>
            <a:off x="4813803" y="5011308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4747BA"/>
                </a:solidFill>
                <a:latin typeface="Constantia" panose="02030602050306030303" pitchFamily="18" charset="0"/>
              </a:rPr>
              <a:t>汇报人：王祖鹏</a:t>
            </a:r>
          </a:p>
        </p:txBody>
      </p: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654A4F32-55D8-45EB-91E7-C3D4C7630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Zupeng Wang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5107ECD-ADC8-4E2D-BAD5-C8BB26DF3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34" y="232034"/>
            <a:ext cx="2438400" cy="527343"/>
          </a:xfrm>
          <a:prstGeom prst="rect">
            <a:avLst/>
          </a:prstGeom>
        </p:spPr>
      </p:pic>
      <p:sp>
        <p:nvSpPr>
          <p:cNvPr id="19" name="灯片编号占位符 8">
            <a:extLst>
              <a:ext uri="{FF2B5EF4-FFF2-40B4-BE49-F238E27FC236}">
                <a16:creationId xmlns:a16="http://schemas.microsoft.com/office/drawing/2014/main" id="{8599389A-CA9E-2845-8DF2-0586F3358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pPr algn="ctr"/>
              <a:t>1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587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B8CED823-FFFD-4AA2-9092-D8FBE51CAEB8}"/>
              </a:ext>
            </a:extLst>
          </p:cNvPr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E30AF1C-CA8E-427B-9DBA-C8AB565AFF38}"/>
              </a:ext>
            </a:extLst>
          </p:cNvPr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7E9C25-FEFC-4DB2-BBD6-EAB98C4DEA1E}"/>
              </a:ext>
            </a:extLst>
          </p:cNvPr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>
            <a:extLst>
              <a:ext uri="{FF2B5EF4-FFF2-40B4-BE49-F238E27FC236}">
                <a16:creationId xmlns:a16="http://schemas.microsoft.com/office/drawing/2014/main" id="{A472F3E3-BF27-4214-96FF-F1674F8CAC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February 21, 2025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sp>
        <p:nvSpPr>
          <p:cNvPr id="25" name="Fußzeilenplatzhalter 4">
            <a:extLst>
              <a:ext uri="{FF2B5EF4-FFF2-40B4-BE49-F238E27FC236}">
                <a16:creationId xmlns:a16="http://schemas.microsoft.com/office/drawing/2014/main" id="{74159A29-4F5F-4065-934C-13F30643D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Zupeng Wang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C0A00E8-DC77-4A26-A219-150776549D88}"/>
              </a:ext>
            </a:extLst>
          </p:cNvPr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3B78C344-5CA5-0040-BEE1-94109FE221CD}"/>
              </a:ext>
            </a:extLst>
          </p:cNvPr>
          <p:cNvSpPr txBox="1"/>
          <p:nvPr/>
        </p:nvSpPr>
        <p:spPr>
          <a:xfrm>
            <a:off x="415183" y="166469"/>
            <a:ext cx="6798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600" b="1" dirty="0" err="1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BackGround</a:t>
            </a:r>
            <a:r>
              <a:rPr lang="en-US" altLang="zh-CN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</a:t>
            </a:r>
            <a:endParaRPr lang="zh-CN" altLang="en-US" sz="40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C59D9062-D538-4E10-A387-AAFC9F1C80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>
            <a:extLst>
              <a:ext uri="{FF2B5EF4-FFF2-40B4-BE49-F238E27FC236}">
                <a16:creationId xmlns:a16="http://schemas.microsoft.com/office/drawing/2014/main" id="{CBDE027A-9753-BE4F-9E92-B646C7AB4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pPr algn="ctr"/>
              <a:t>2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0647FD9-D474-4EEB-9505-9A75BDBE2C95}"/>
              </a:ext>
            </a:extLst>
          </p:cNvPr>
          <p:cNvSpPr txBox="1"/>
          <p:nvPr/>
        </p:nvSpPr>
        <p:spPr>
          <a:xfrm>
            <a:off x="420222" y="1219200"/>
            <a:ext cx="11494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xxx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504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8244849" y="4730406"/>
            <a:ext cx="2099301" cy="1328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Q&amp;A</a:t>
            </a:r>
          </a:p>
          <a:p>
            <a:pPr lvl="0" algn="ctr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Thanks</a:t>
            </a:r>
            <a:r>
              <a:rPr lang="zh-CN" altLang="en-US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！</a:t>
            </a:r>
          </a:p>
        </p:txBody>
      </p:sp>
      <p:sp>
        <p:nvSpPr>
          <p:cNvPr id="8" name="矩形: 圆角 7"/>
          <p:cNvSpPr/>
          <p:nvPr/>
        </p:nvSpPr>
        <p:spPr>
          <a:xfrm rot="2755966">
            <a:off x="4146517" y="3347706"/>
            <a:ext cx="1613489" cy="1613489"/>
          </a:xfrm>
          <a:prstGeom prst="roundRect">
            <a:avLst/>
          </a:prstGeom>
          <a:solidFill>
            <a:srgbClr val="8484D1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 rot="2755966">
            <a:off x="2770276" y="966707"/>
            <a:ext cx="1613489" cy="1613489"/>
          </a:xfrm>
          <a:prstGeom prst="roundRect">
            <a:avLst/>
          </a:prstGeom>
          <a:solidFill>
            <a:srgbClr val="8484D1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/>
          <p:cNvSpPr/>
          <p:nvPr/>
        </p:nvSpPr>
        <p:spPr>
          <a:xfrm rot="2755966">
            <a:off x="4586763" y="2029472"/>
            <a:ext cx="732996" cy="732996"/>
          </a:xfrm>
          <a:prstGeom prst="roundRect">
            <a:avLst/>
          </a:prstGeom>
          <a:solidFill>
            <a:srgbClr val="ADADE0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 rot="2755966">
            <a:off x="1415554" y="2470682"/>
            <a:ext cx="3134556" cy="3134556"/>
          </a:xfrm>
          <a:prstGeom prst="roundRect">
            <a:avLst/>
          </a:prstGeom>
          <a:blipFill dpi="0" rotWithShape="0">
            <a:blip r:embed="rId3"/>
            <a:srcRect/>
            <a:stretch>
              <a:fillRect/>
            </a:stretch>
          </a:blipFill>
          <a:ln>
            <a:noFill/>
          </a:ln>
          <a:effectLst>
            <a:outerShdw blurRad="114300" dist="50800" dir="7800000" sx="101000" sy="101000" algn="tr" rotWithShape="0">
              <a:prstClr val="black">
                <a:alpha val="6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: 圆角 11"/>
          <p:cNvSpPr/>
          <p:nvPr/>
        </p:nvSpPr>
        <p:spPr>
          <a:xfrm rot="2755966">
            <a:off x="5633126" y="2433704"/>
            <a:ext cx="1685894" cy="1685894"/>
          </a:xfrm>
          <a:prstGeom prst="roundRect">
            <a:avLst/>
          </a:prstGeom>
          <a:solidFill>
            <a:srgbClr val="4747BA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: 圆角 14"/>
          <p:cNvSpPr/>
          <p:nvPr/>
        </p:nvSpPr>
        <p:spPr>
          <a:xfrm rot="2755966">
            <a:off x="3965400" y="5546431"/>
            <a:ext cx="732996" cy="732996"/>
          </a:xfrm>
          <a:prstGeom prst="roundRect">
            <a:avLst/>
          </a:prstGeom>
          <a:solidFill>
            <a:srgbClr val="ADADE0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/>
        </p:nvSpPr>
        <p:spPr>
          <a:xfrm rot="2755966">
            <a:off x="5089423" y="716157"/>
            <a:ext cx="1134056" cy="1134056"/>
          </a:xfrm>
          <a:prstGeom prst="roundRect">
            <a:avLst/>
          </a:prstGeom>
          <a:solidFill>
            <a:srgbClr val="4747BA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/>
          <p:cNvSpPr/>
          <p:nvPr/>
        </p:nvSpPr>
        <p:spPr>
          <a:xfrm rot="2755966">
            <a:off x="7189439" y="1365266"/>
            <a:ext cx="396502" cy="396502"/>
          </a:xfrm>
          <a:prstGeom prst="roundRect">
            <a:avLst/>
          </a:prstGeom>
          <a:solidFill>
            <a:srgbClr val="ADADE0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59D9062-D538-4E10-A387-AAFC9F1C80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885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48831</TotalTime>
  <Words>34</Words>
  <Application>Microsoft Macintosh PowerPoint</Application>
  <PresentationFormat>宽屏</PresentationFormat>
  <Paragraphs>16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Constantia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zhouke</dc:creator>
  <cp:lastModifiedBy>祖鹏 王</cp:lastModifiedBy>
  <cp:revision>2464</cp:revision>
  <dcterms:created xsi:type="dcterms:W3CDTF">2019-02-21T08:55:55Z</dcterms:created>
  <dcterms:modified xsi:type="dcterms:W3CDTF">2025-02-21T04:53:37Z</dcterms:modified>
</cp:coreProperties>
</file>